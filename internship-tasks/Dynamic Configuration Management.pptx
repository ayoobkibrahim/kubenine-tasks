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ExtraBold"/>
      <p:bold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13E57C-A749-4C96-B785-B559184E5223}">
  <a:tblStyle styleId="{3513E57C-A749-4C96-B785-B559184E52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3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11" Type="http://schemas.openxmlformats.org/officeDocument/2006/relationships/image" Target="../media/image24.png"/><Relationship Id="rId10" Type="http://schemas.openxmlformats.org/officeDocument/2006/relationships/image" Target="../media/image21.png"/><Relationship Id="rId12" Type="http://schemas.openxmlformats.org/officeDocument/2006/relationships/image" Target="../media/image29.png"/><Relationship Id="rId9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39180"/>
            <a:ext cx="11029950" cy="37794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15352" y="2120205"/>
            <a:ext cx="10361295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Dynamic Configuration Management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62050" y="4044255"/>
            <a:ext cx="98679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Decoupling Code from Configuration for Agility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02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Static Nightmare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09787"/>
            <a:ext cx="30956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762750" y="239553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Rigid Deployments: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Changing a single database timeout value requires a full rebuild and redeploy of the application.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3548062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Slow Reaction Time: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Cannot react to production incidents (e.g., turning off a broken feature) instantly.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470058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Configuration Drift: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Manual server edits lead to "snowflake" servers that are impossible to reproduce.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447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60045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47529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619750" y="2439441"/>
            <a:ext cx="9525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05276" y="2763291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is Dynamic Configuration?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6872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ability to change the behavior of a running application in real-time without restarting the service or redeploying code.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2682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32682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32682"/>
            <a:ext cx="3486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It Works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4647307"/>
            <a:ext cx="3486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Centralized Store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5437882"/>
            <a:ext cx="34861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Configuration lives in a highly available Key-Value store (etcd, Consul).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352925" y="4647307"/>
            <a:ext cx="3486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Watcher / Agent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352925" y="5437882"/>
            <a:ext cx="34861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agent (like `confd`) polls for changes or establishes a watch connection.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124825" y="4647307"/>
            <a:ext cx="3486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Dynamic Update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24825" y="5437882"/>
            <a:ext cx="34861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agent updates config files and triggers a hot-reload of the application.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1942207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2450" y="1942207"/>
            <a:ext cx="3467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4350" y="1942207"/>
            <a:ext cx="34671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76475"/>
            <a:ext cx="522922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76475"/>
            <a:ext cx="5229225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Ecosystem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971550" y="2667000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22D3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Store (Source of Truth)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72275" y="2667000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5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22D3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Client (The Glue)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686050"/>
            <a:ext cx="148976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71550" y="307657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etcd: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Distributed key-value store, powers Kubernetes.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3829050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Consul: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Service networking platform with KV capabilities.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71550" y="458152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ZooKeeper: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Mature, robust coordinator for distributed apps.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86050"/>
            <a:ext cx="215651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772275" y="307657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Lightweight, template-driven config management.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72275" y="3829050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consul-template: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Specifically designed for Consul.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72275" y="458152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❯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Spring Cloud Config: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Java/Spring ecosystem.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71525" y="771525"/>
            <a:ext cx="479059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Tool Spotlight: confd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240982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confd bridges the gap between modern dynamic infrastructure and legacy applications that expect static config files.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71525" y="366712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Lightweight: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Written in Go, single binary, no dependencies.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71525" y="441960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Agnostic: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Works with etcd, Consul, Redis, DynamoDB, etc.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71525" y="517207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Template Based: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Uses Go templates to generate files like `nginx.conf` or `haproxy.cfg` dynamically.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719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471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2244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4226"/>
            <a:ext cx="3486150" cy="324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84226"/>
            <a:ext cx="3486150" cy="324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84226"/>
            <a:ext cx="3486150" cy="324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Real-World Use Cases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100" y="267950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570103" y="3632001"/>
            <a:ext cx="150784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Feature Flags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76300" y="4203501"/>
            <a:ext cx="28956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 or disable features for specific users or regions instantly without a new deployment. Great for canary launches and A/B testing.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67950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076653" y="3632001"/>
            <a:ext cx="2038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Database Failover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48200" y="4203501"/>
            <a:ext cx="28956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Dynamically update connection strings in your application if the primary database fails, routing traffic to the replica automatically.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86900" y="267950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9006386" y="3632001"/>
            <a:ext cx="17230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Logging Levels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20100" y="4203501"/>
            <a:ext cx="28956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Change log levels from `INFO` to `DEBUG` on a production server for 5 minutes to troubleshoot an issue, then switch it back.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66925" y="2831901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8319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9300" y="28319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Static vs. Dynamic: The Trade-offs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581025" y="2447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{3513E57C-A749-4C96-B785-B559184E5223}</a:tableStyleId>
              </a:tblPr>
              <a:tblGrid>
                <a:gridCol w="1771050"/>
                <a:gridCol w="3900775"/>
                <a:gridCol w="5358100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Static Configuration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Dynamic Configuration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(Requires Redeploy)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(Instant)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(Just a file)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(Requires Store + Agent)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Reliability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(Changes are intentional)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of bad config crashing all nodes instantly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 Control (Git History)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Audit Logs on KV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/>
          <p:nvPr/>
        </p:nvSpPr>
        <p:spPr>
          <a:xfrm>
            <a:off x="581025" y="3067050"/>
            <a:ext cx="1771054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352079" y="3067050"/>
            <a:ext cx="3900785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252864" y="3067050"/>
            <a:ext cx="535811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81025" y="3700462"/>
            <a:ext cx="177105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352079" y="3700462"/>
            <a:ext cx="39007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252864" y="3700462"/>
            <a:ext cx="53581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81025" y="4319587"/>
            <a:ext cx="177105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352079" y="4319587"/>
            <a:ext cx="39007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252864" y="4319587"/>
            <a:ext cx="53581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81025" y="4938712"/>
            <a:ext cx="177105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2352079" y="4938712"/>
            <a:ext cx="390078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252864" y="4938712"/>
            <a:ext cx="53581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02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Cloud Native Evolution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81025" y="231457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34D39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Kubernetes ConfigMaps &amp; Secrets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81025" y="27241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the modern Kubernetes era, concepts like `confd` are built directly into the platform.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097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57250" y="3524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62025" y="35242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ConfigMaps: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Store non-sensitive data. Mounted as volumes or environment variables.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57250" y="4229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62025" y="422910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Secrets: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Store sensitive data (passwords, keys).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57250" y="4629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962025" y="462915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Operators: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Advanced patterns watch these resources and reload pods automatically, effectively replacing the sidecar agent.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305276" y="2042219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Questions?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81025" y="3556694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3619500" y="4615755"/>
            <a:ext cx="2057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github.com/yourname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057900" y="4615755"/>
            <a:ext cx="2514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linkedin.com/in/yourname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46348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463480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